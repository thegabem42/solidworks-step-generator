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6" r:id="rId6"/>
    <p:sldId id="264" r:id="rId7"/>
    <p:sldId id="265" r:id="rId8"/>
    <p:sldId id="257" r:id="rId9"/>
    <p:sldId id="258" r:id="rId10"/>
    <p:sldId id="259" r:id="rId11"/>
    <p:sldId id="260" r:id="rId12"/>
    <p:sldId id="262" r:id="rId13"/>
    <p:sldId id="263" r:id="rId14"/>
    <p:sldId id="261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34B01B-459A-BF39-1B53-92F268642707}" v="1417" dt="2026-09-22T17:23:53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Spisak" userId="S::joshs@virtusmaritime.com::e5cb2255-1e92-4b61-b5ce-1db697b2a7c9" providerId="AD" clId="Web-{8434B01B-459A-BF39-1B53-92F268642707}"/>
    <pc:docChg chg="addSld delSld modSld sldOrd">
      <pc:chgData name="Josh Spisak" userId="S::joshs@virtusmaritime.com::e5cb2255-1e92-4b61-b5ce-1db697b2a7c9" providerId="AD" clId="Web-{8434B01B-459A-BF39-1B53-92F268642707}" dt="2026-09-22T17:23:53.655" v="1194"/>
      <pc:docMkLst>
        <pc:docMk/>
      </pc:docMkLst>
      <pc:sldChg chg="ord">
        <pc:chgData name="Josh Spisak" userId="S::joshs@virtusmaritime.com::e5cb2255-1e92-4b61-b5ce-1db697b2a7c9" providerId="AD" clId="Web-{8434B01B-459A-BF39-1B53-92F268642707}" dt="2026-09-22T14:40:20.499" v="651"/>
        <pc:sldMkLst>
          <pc:docMk/>
          <pc:sldMk cId="1545521158" sldId="260"/>
        </pc:sldMkLst>
      </pc:sldChg>
      <pc:sldChg chg="delSp">
        <pc:chgData name="Josh Spisak" userId="S::joshs@virtusmaritime.com::e5cb2255-1e92-4b61-b5ce-1db697b2a7c9" providerId="AD" clId="Web-{8434B01B-459A-BF39-1B53-92F268642707}" dt="2026-09-22T16:01:08.980" v="652"/>
        <pc:sldMkLst>
          <pc:docMk/>
          <pc:sldMk cId="2455395377" sldId="261"/>
        </pc:sldMkLst>
        <pc:spChg chg="del">
          <ac:chgData name="Josh Spisak" userId="S::joshs@virtusmaritime.com::e5cb2255-1e92-4b61-b5ce-1db697b2a7c9" providerId="AD" clId="Web-{8434B01B-459A-BF39-1B53-92F268642707}" dt="2026-09-22T16:01:08.980" v="652"/>
          <ac:spMkLst>
            <pc:docMk/>
            <pc:sldMk cId="2455395377" sldId="261"/>
            <ac:spMk id="10" creationId="{FA7973E9-DC78-EF7E-0AEB-CE27D48C1CB7}"/>
          </ac:spMkLst>
        </pc:spChg>
      </pc:sldChg>
      <pc:sldChg chg="modSp ord">
        <pc:chgData name="Josh Spisak" userId="S::joshs@virtusmaritime.com::e5cb2255-1e92-4b61-b5ce-1db697b2a7c9" providerId="AD" clId="Web-{8434B01B-459A-BF39-1B53-92F268642707}" dt="2026-09-22T16:04:00.064" v="788"/>
        <pc:sldMkLst>
          <pc:docMk/>
          <pc:sldMk cId="4151884884" sldId="262"/>
        </pc:sldMkLst>
        <pc:spChg chg="mod">
          <ac:chgData name="Josh Spisak" userId="S::joshs@virtusmaritime.com::e5cb2255-1e92-4b61-b5ce-1db697b2a7c9" providerId="AD" clId="Web-{8434B01B-459A-BF39-1B53-92F268642707}" dt="2026-09-22T02:12:07.075" v="296" actId="20577"/>
          <ac:spMkLst>
            <pc:docMk/>
            <pc:sldMk cId="4151884884" sldId="262"/>
            <ac:spMk id="11" creationId="{6A56C641-4FF6-66BE-DDB3-65B62794E27E}"/>
          </ac:spMkLst>
        </pc:spChg>
      </pc:sldChg>
      <pc:sldChg chg="addSp modSp new">
        <pc:chgData name="Josh Spisak" userId="S::joshs@virtusmaritime.com::e5cb2255-1e92-4b61-b5ce-1db697b2a7c9" providerId="AD" clId="Web-{8434B01B-459A-BF39-1B53-92F268642707}" dt="2026-09-22T17:23:53.655" v="1194"/>
        <pc:sldMkLst>
          <pc:docMk/>
          <pc:sldMk cId="3207935832" sldId="264"/>
        </pc:sldMkLst>
        <pc:spChg chg="mod">
          <ac:chgData name="Josh Spisak" userId="S::joshs@virtusmaritime.com::e5cb2255-1e92-4b61-b5ce-1db697b2a7c9" providerId="AD" clId="Web-{8434B01B-459A-BF39-1B53-92F268642707}" dt="2026-09-22T02:08:05.200" v="14" actId="20577"/>
          <ac:spMkLst>
            <pc:docMk/>
            <pc:sldMk cId="3207935832" sldId="264"/>
            <ac:spMk id="2" creationId="{6F16F101-2EB4-CF65-2767-170E63BB6EA4}"/>
          </ac:spMkLst>
        </pc:spChg>
        <pc:spChg chg="mod">
          <ac:chgData name="Josh Spisak" userId="S::joshs@virtusmaritime.com::e5cb2255-1e92-4b61-b5ce-1db697b2a7c9" providerId="AD" clId="Web-{8434B01B-459A-BF39-1B53-92F268642707}" dt="2026-09-22T02:08:29.889" v="81" actId="1076"/>
          <ac:spMkLst>
            <pc:docMk/>
            <pc:sldMk cId="3207935832" sldId="264"/>
            <ac:spMk id="3" creationId="{74D1B658-8381-BB61-777D-3DC6E4E103DA}"/>
          </ac:spMkLst>
        </pc:spChg>
        <pc:graphicFrameChg chg="add mod modGraphic">
          <ac:chgData name="Josh Spisak" userId="S::joshs@virtusmaritime.com::e5cb2255-1e92-4b61-b5ce-1db697b2a7c9" providerId="AD" clId="Web-{8434B01B-459A-BF39-1B53-92F268642707}" dt="2026-09-22T17:23:53.655" v="1194"/>
          <ac:graphicFrameMkLst>
            <pc:docMk/>
            <pc:sldMk cId="3207935832" sldId="264"/>
            <ac:graphicFrameMk id="4" creationId="{DC1B9E5D-7872-B9BA-1521-B949C5CA3EC0}"/>
          </ac:graphicFrameMkLst>
        </pc:graphicFrameChg>
      </pc:sldChg>
      <pc:sldChg chg="modSp new mod modClrScheme chgLayout">
        <pc:chgData name="Josh Spisak" userId="S::joshs@virtusmaritime.com::e5cb2255-1e92-4b61-b5ce-1db697b2a7c9" providerId="AD" clId="Web-{8434B01B-459A-BF39-1B53-92F268642707}" dt="2026-09-22T16:31:20.255" v="793" actId="20577"/>
        <pc:sldMkLst>
          <pc:docMk/>
          <pc:sldMk cId="437558041" sldId="265"/>
        </pc:sldMkLst>
        <pc:spChg chg="mod ord">
          <ac:chgData name="Josh Spisak" userId="S::joshs@virtusmaritime.com::e5cb2255-1e92-4b61-b5ce-1db697b2a7c9" providerId="AD" clId="Web-{8434B01B-459A-BF39-1B53-92F268642707}" dt="2026-09-22T14:34:24.830" v="506" actId="20577"/>
          <ac:spMkLst>
            <pc:docMk/>
            <pc:sldMk cId="437558041" sldId="265"/>
            <ac:spMk id="2" creationId="{C84308EA-A382-8B9E-3D32-28EDD9D6A630}"/>
          </ac:spMkLst>
        </pc:spChg>
        <pc:spChg chg="mod ord">
          <ac:chgData name="Josh Spisak" userId="S::joshs@virtusmaritime.com::e5cb2255-1e92-4b61-b5ce-1db697b2a7c9" providerId="AD" clId="Web-{8434B01B-459A-BF39-1B53-92F268642707}" dt="2026-09-22T16:31:20.255" v="793" actId="20577"/>
          <ac:spMkLst>
            <pc:docMk/>
            <pc:sldMk cId="437558041" sldId="265"/>
            <ac:spMk id="3" creationId="{5E127CC1-6AA7-DFC3-15EA-339C942F9683}"/>
          </ac:spMkLst>
        </pc:spChg>
      </pc:sldChg>
      <pc:sldChg chg="modSp add ord replId">
        <pc:chgData name="Josh Spisak" userId="S::joshs@virtusmaritime.com::e5cb2255-1e92-4b61-b5ce-1db697b2a7c9" providerId="AD" clId="Web-{8434B01B-459A-BF39-1B53-92F268642707}" dt="2026-09-22T02:10:09.020" v="167" actId="20577"/>
        <pc:sldMkLst>
          <pc:docMk/>
          <pc:sldMk cId="1604993288" sldId="266"/>
        </pc:sldMkLst>
        <pc:spChg chg="mod">
          <ac:chgData name="Josh Spisak" userId="S::joshs@virtusmaritime.com::e5cb2255-1e92-4b61-b5ce-1db697b2a7c9" providerId="AD" clId="Web-{8434B01B-459A-BF39-1B53-92F268642707}" dt="2026-09-22T02:10:01.441" v="150" actId="20577"/>
          <ac:spMkLst>
            <pc:docMk/>
            <pc:sldMk cId="1604993288" sldId="266"/>
            <ac:spMk id="2" creationId="{518456EC-A0A8-8DF3-0654-DF0547F5A9AC}"/>
          </ac:spMkLst>
        </pc:spChg>
        <pc:spChg chg="mod">
          <ac:chgData name="Josh Spisak" userId="S::joshs@virtusmaritime.com::e5cb2255-1e92-4b61-b5ce-1db697b2a7c9" providerId="AD" clId="Web-{8434B01B-459A-BF39-1B53-92F268642707}" dt="2026-09-22T02:10:09.020" v="167" actId="20577"/>
          <ac:spMkLst>
            <pc:docMk/>
            <pc:sldMk cId="1604993288" sldId="266"/>
            <ac:spMk id="3" creationId="{E53BFD8A-1059-47DF-3966-67FF253609FD}"/>
          </ac:spMkLst>
        </pc:spChg>
      </pc:sldChg>
      <pc:sldChg chg="modSp add del ord replId">
        <pc:chgData name="Josh Spisak" userId="S::joshs@virtusmaritime.com::e5cb2255-1e92-4b61-b5ce-1db697b2a7c9" providerId="AD" clId="Web-{8434B01B-459A-BF39-1B53-92F268642707}" dt="2026-09-22T16:33:14.244" v="933"/>
        <pc:sldMkLst>
          <pc:docMk/>
          <pc:sldMk cId="3832200492" sldId="267"/>
        </pc:sldMkLst>
        <pc:spChg chg="mod">
          <ac:chgData name="Josh Spisak" userId="S::joshs@virtusmaritime.com::e5cb2255-1e92-4b61-b5ce-1db697b2a7c9" providerId="AD" clId="Web-{8434B01B-459A-BF39-1B53-92F268642707}" dt="2026-09-22T02:13:17.533" v="411" actId="20577"/>
          <ac:spMkLst>
            <pc:docMk/>
            <pc:sldMk cId="3832200492" sldId="267"/>
            <ac:spMk id="2" creationId="{AD7E5581-818A-6046-78E8-F65087DDC11F}"/>
          </ac:spMkLst>
        </pc:spChg>
        <pc:spChg chg="mod">
          <ac:chgData name="Josh Spisak" userId="S::joshs@virtusmaritime.com::e5cb2255-1e92-4b61-b5ce-1db697b2a7c9" providerId="AD" clId="Web-{8434B01B-459A-BF39-1B53-92F268642707}" dt="2026-09-22T16:32:24.367" v="860" actId="20577"/>
          <ac:spMkLst>
            <pc:docMk/>
            <pc:sldMk cId="3832200492" sldId="267"/>
            <ac:spMk id="3" creationId="{F88F48B9-5073-20FF-38CE-EE3EEFE6E394}"/>
          </ac:spMkLst>
        </pc:spChg>
      </pc:sldChg>
      <pc:sldChg chg="modSp add replId">
        <pc:chgData name="Josh Spisak" userId="S::joshs@virtusmaritime.com::e5cb2255-1e92-4b61-b5ce-1db697b2a7c9" providerId="AD" clId="Web-{8434B01B-459A-BF39-1B53-92F268642707}" dt="2026-09-22T16:35:46.906" v="1014" actId="20577"/>
        <pc:sldMkLst>
          <pc:docMk/>
          <pc:sldMk cId="2118989046" sldId="268"/>
        </pc:sldMkLst>
        <pc:spChg chg="mod">
          <ac:chgData name="Josh Spisak" userId="S::joshs@virtusmaritime.com::e5cb2255-1e92-4b61-b5ce-1db697b2a7c9" providerId="AD" clId="Web-{8434B01B-459A-BF39-1B53-92F268642707}" dt="2026-09-22T16:35:46.906" v="1014" actId="20577"/>
          <ac:spMkLst>
            <pc:docMk/>
            <pc:sldMk cId="2118989046" sldId="268"/>
            <ac:spMk id="2" creationId="{0FAEACFC-2944-9816-563C-8566EB3320DA}"/>
          </ac:spMkLst>
        </pc:spChg>
        <pc:spChg chg="mod">
          <ac:chgData name="Josh Spisak" userId="S::joshs@virtusmaritime.com::e5cb2255-1e92-4b61-b5ce-1db697b2a7c9" providerId="AD" clId="Web-{8434B01B-459A-BF39-1B53-92F268642707}" dt="2026-09-22T16:34:17.559" v="997" actId="20577"/>
          <ac:spMkLst>
            <pc:docMk/>
            <pc:sldMk cId="2118989046" sldId="268"/>
            <ac:spMk id="3" creationId="{8ADCEA22-2518-C8B0-B357-0B3834F783F4}"/>
          </ac:spMkLst>
        </pc:spChg>
      </pc:sldChg>
      <pc:sldChg chg="modSp add ord replId">
        <pc:chgData name="Josh Spisak" userId="S::joshs@virtusmaritime.com::e5cb2255-1e92-4b61-b5ce-1db697b2a7c9" providerId="AD" clId="Web-{8434B01B-459A-BF39-1B53-92F268642707}" dt="2026-09-22T16:40:24.557" v="1125" actId="20577"/>
        <pc:sldMkLst>
          <pc:docMk/>
          <pc:sldMk cId="98720207" sldId="269"/>
        </pc:sldMkLst>
        <pc:spChg chg="mod">
          <ac:chgData name="Josh Spisak" userId="S::joshs@virtusmaritime.com::e5cb2255-1e92-4b61-b5ce-1db697b2a7c9" providerId="AD" clId="Web-{8434B01B-459A-BF39-1B53-92F268642707}" dt="2026-09-22T16:35:58.062" v="1025" actId="20577"/>
          <ac:spMkLst>
            <pc:docMk/>
            <pc:sldMk cId="98720207" sldId="269"/>
            <ac:spMk id="2" creationId="{FB02FCF6-AC6C-4CA0-191B-71CF8115DFBC}"/>
          </ac:spMkLst>
        </pc:spChg>
        <pc:spChg chg="mod">
          <ac:chgData name="Josh Spisak" userId="S::joshs@virtusmaritime.com::e5cb2255-1e92-4b61-b5ce-1db697b2a7c9" providerId="AD" clId="Web-{8434B01B-459A-BF39-1B53-92F268642707}" dt="2026-09-22T16:40:24.557" v="1125" actId="20577"/>
          <ac:spMkLst>
            <pc:docMk/>
            <pc:sldMk cId="98720207" sldId="269"/>
            <ac:spMk id="11" creationId="{EA1B02D6-56E8-C914-F103-A26841D9726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CPM Motor Configuration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Let's do all the things!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BC0C0-4DE5-501A-352A-5A1F5EB8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56EC-A0A8-8DF3-0654-DF0547F5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BFD8A-1059-47DF-3966-67FF25360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(Reference these later)</a:t>
            </a:r>
          </a:p>
        </p:txBody>
      </p:sp>
    </p:spTree>
    <p:extLst>
      <p:ext uri="{BB962C8B-B14F-4D97-AF65-F5344CB8AC3E}">
        <p14:creationId xmlns:p14="http://schemas.microsoft.com/office/powerpoint/2010/main" val="160499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F101-2EB4-CF65-2767-170E63BB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Recommended Initial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1B658-8381-BB61-777D-3DC6E4E10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95" y="1402872"/>
            <a:ext cx="10515600" cy="10632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These tunings should provide a safe ballpark for the tuning, which should then be refined on the water.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1B9E5D-7872-B9BA-1521-B949C5CA3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697840"/>
              </p:ext>
            </p:extLst>
          </p:nvPr>
        </p:nvGraphicFramePr>
        <p:xfrm>
          <a:off x="2011680" y="2465581"/>
          <a:ext cx="59783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581">
                  <a:extLst>
                    <a:ext uri="{9D8B030D-6E8A-4147-A177-3AD203B41FA5}">
                      <a16:colId xmlns:a16="http://schemas.microsoft.com/office/drawing/2014/main" val="2177741329"/>
                    </a:ext>
                  </a:extLst>
                </a:gridCol>
                <a:gridCol w="2013044">
                  <a:extLst>
                    <a:ext uri="{9D8B030D-6E8A-4147-A177-3AD203B41FA5}">
                      <a16:colId xmlns:a16="http://schemas.microsoft.com/office/drawing/2014/main" val="99574108"/>
                    </a:ext>
                  </a:extLst>
                </a:gridCol>
                <a:gridCol w="2195676">
                  <a:extLst>
                    <a:ext uri="{9D8B030D-6E8A-4147-A177-3AD203B41FA5}">
                      <a16:colId xmlns:a16="http://schemas.microsoft.com/office/drawing/2014/main" val="1495260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Posn</a:t>
                      </a:r>
                      <a:r>
                        <a:rPr lang="en-US" dirty="0"/>
                        <a:t> at 0% PWM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Posn</a:t>
                      </a:r>
                      <a:r>
                        <a:rPr lang="en-US" dirty="0"/>
                        <a:t> at 100% PWM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087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-13000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64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6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Throttle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-1200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894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93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308EA-A382-8B9E-3D32-28EDD9D6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Motor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27CC1-6AA7-DFC3-15EA-339C942F9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Fresh out of the box!</a:t>
            </a:r>
          </a:p>
          <a:p>
            <a:r>
              <a:rPr lang="en-US" dirty="0"/>
              <a:t>Motors should have power and USB connection to a setup laptop running </a:t>
            </a:r>
            <a:r>
              <a:rPr lang="en-US" dirty="0" err="1"/>
              <a:t>Clearpath</a:t>
            </a:r>
            <a:r>
              <a:rPr lang="en-US" dirty="0"/>
              <a:t> MSP 2.0.</a:t>
            </a:r>
          </a:p>
          <a:p>
            <a:r>
              <a:rPr lang="en-US" dirty="0"/>
              <a:t>Motors should NOT have anything connected to it's output, and should have clear range to actuate without hitting or damaging anything. </a:t>
            </a:r>
          </a:p>
        </p:txBody>
      </p:sp>
    </p:spTree>
    <p:extLst>
      <p:ext uri="{BB962C8B-B14F-4D97-AF65-F5344CB8AC3E}">
        <p14:creationId xmlns:p14="http://schemas.microsoft.com/office/powerpoint/2010/main" val="43755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E855-4F1F-F895-D705-AC2F5600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Tuning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2F7E0F-363C-5458-7F65-C9973C843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961" y="1532068"/>
            <a:ext cx="3673453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073DDD-F755-B93C-1E50-6D2B1C343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550" y="1530244"/>
            <a:ext cx="3675324" cy="4353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0421F2-376B-8139-3259-8683637C53F5}"/>
              </a:ext>
            </a:extLst>
          </p:cNvPr>
          <p:cNvSpPr txBox="1"/>
          <p:nvPr/>
        </p:nvSpPr>
        <p:spPr>
          <a:xfrm>
            <a:off x="595555" y="5962979"/>
            <a:ext cx="35628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Means the enable input is present &amp; must be disconnected.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8A72B-461B-C1ED-75B0-921AC30D2CC6}"/>
              </a:ext>
            </a:extLst>
          </p:cNvPr>
          <p:cNvSpPr txBox="1"/>
          <p:nvPr/>
        </p:nvSpPr>
        <p:spPr>
          <a:xfrm>
            <a:off x="8359211" y="1478421"/>
            <a:ext cx="356286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Hit next &amp; follow through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Use defaults for most of the panes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Select motor power to perform the tuning range instead of hand powered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3D829F-2028-C271-680F-2AC69C301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063" y="3429000"/>
            <a:ext cx="2480052" cy="269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54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F45C-5903-DFDE-4191-FECCE8BA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Tuning, Set Area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ADDDFC-C214-07CB-3C64-CE36E0549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8" y="2229787"/>
            <a:ext cx="3557968" cy="3316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752EE1-FA11-137F-41CD-7201314AC4C5}"/>
              </a:ext>
            </a:extLst>
          </p:cNvPr>
          <p:cNvSpPr txBox="1"/>
          <p:nvPr/>
        </p:nvSpPr>
        <p:spPr>
          <a:xfrm>
            <a:off x="4648245" y="1635075"/>
            <a:ext cx="407982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Set max speed to high (saves you time, not necessary)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Hold in Ctrl &amp; press the CW move button until it is fully extended (it will stop, once it does don't keep holding button)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Then do the same CCW until it fully closes.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Then hit next &amp; use defaults all the way through until auto-tune control where you hit run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Let it do its thing (it'll click &amp; make some noises, totally normal)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Click through till the prompts disappear, disable when prompted &amp; other wise just next / okay.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B79958-B6F2-FFFD-ADB7-8B2203CDC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078" y="2323475"/>
            <a:ext cx="2707286" cy="284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4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9E5D-AAB9-5457-5576-2DFF73722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Units to Counts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101515-A74A-3DFA-2103-4E0D530B9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980" y="1888084"/>
            <a:ext cx="75804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4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71F9-33FF-89AA-C906-731B8E5FC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To Follow Digital Position Command Mode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408EF4-849C-0086-08CE-351161005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9076" y="1825625"/>
            <a:ext cx="763384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565B7-EBC9-8D5D-E60A-D298E8465D07}"/>
              </a:ext>
            </a:extLst>
          </p:cNvPr>
          <p:cNvSpPr txBox="1"/>
          <p:nvPr/>
        </p:nvSpPr>
        <p:spPr>
          <a:xfrm>
            <a:off x="961081" y="1469080"/>
            <a:ext cx="28949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Hit okay on the prompt.</a:t>
            </a:r>
          </a:p>
        </p:txBody>
      </p:sp>
    </p:spTree>
    <p:extLst>
      <p:ext uri="{BB962C8B-B14F-4D97-AF65-F5344CB8AC3E}">
        <p14:creationId xmlns:p14="http://schemas.microsoft.com/office/powerpoint/2010/main" val="154552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7A82-8CA6-C102-D3DC-A7DFB2B7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Tune the position range setup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DC1ADB-2F4A-0B79-548A-0E8C67C94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66" y="1869346"/>
            <a:ext cx="7483336" cy="430815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41A520C-391F-AF87-91D4-F03215DA7A40}"/>
              </a:ext>
            </a:extLst>
          </p:cNvPr>
          <p:cNvSpPr/>
          <p:nvPr/>
        </p:nvSpPr>
        <p:spPr>
          <a:xfrm>
            <a:off x="2011572" y="2547314"/>
            <a:ext cx="1079921" cy="61913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9C025B-397B-D450-D0FC-104807696197}"/>
              </a:ext>
            </a:extLst>
          </p:cNvPr>
          <p:cNvSpPr/>
          <p:nvPr/>
        </p:nvSpPr>
        <p:spPr>
          <a:xfrm>
            <a:off x="681195" y="3427985"/>
            <a:ext cx="1079921" cy="61913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6C641-4FF6-66BE-DDB3-65B62794E27E}"/>
              </a:ext>
            </a:extLst>
          </p:cNvPr>
          <p:cNvSpPr txBox="1"/>
          <p:nvPr/>
        </p:nvSpPr>
        <p:spPr>
          <a:xfrm>
            <a:off x="8409010" y="1868481"/>
            <a:ext cx="370061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Max the "speed limit" (I put in 100 &amp; let it snap down)</a:t>
            </a:r>
          </a:p>
          <a:p>
            <a:endParaRPr lang="en-US"/>
          </a:p>
          <a:p>
            <a:r>
              <a:rPr lang="en-US"/>
              <a:t>"</a:t>
            </a:r>
            <a:r>
              <a:rPr lang="en-US" err="1"/>
              <a:t>Posn</a:t>
            </a:r>
            <a:r>
              <a:rPr lang="en-US"/>
              <a:t> at 100% PWM", this should be set to the initial value from the table at the start.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84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70DA-106E-FC09-5724-866707D7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the tracking error limit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ABEBAC-1DC0-DE1B-9A00-D3888FB90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452" y="1282232"/>
            <a:ext cx="7537061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50D7D5-EFC0-4E02-6D03-C42121532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215" y="1383623"/>
            <a:ext cx="3580620" cy="3116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24BC07-5E17-E3C8-1A0C-DC25DB151B73}"/>
              </a:ext>
            </a:extLst>
          </p:cNvPr>
          <p:cNvSpPr txBox="1"/>
          <p:nvPr/>
        </p:nvSpPr>
        <p:spPr>
          <a:xfrm>
            <a:off x="1867242" y="5828270"/>
            <a:ext cx="82172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Set it to </a:t>
            </a:r>
            <a:r>
              <a:rPr lang="en-US" err="1"/>
              <a:t>smth</a:t>
            </a:r>
            <a:r>
              <a:rPr lang="en-US"/>
              <a:t> ungodly... I picked 50k, really just needs to be at / above the 100% PWM value you set later.</a:t>
            </a:r>
          </a:p>
        </p:txBody>
      </p:sp>
    </p:spTree>
    <p:extLst>
      <p:ext uri="{BB962C8B-B14F-4D97-AF65-F5344CB8AC3E}">
        <p14:creationId xmlns:p14="http://schemas.microsoft.com/office/powerpoint/2010/main" val="915442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C0841-FA52-1F53-F8ED-C0F36DE78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Homing Settings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DF3601-BE0E-1289-777A-2FF5896E3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9838" y="1644494"/>
            <a:ext cx="5764191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921764-9FDE-33EF-5F30-00EBA542D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37" y="1642672"/>
            <a:ext cx="4611538" cy="261703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D87960E-272B-2226-C28C-BEB090E99C62}"/>
              </a:ext>
            </a:extLst>
          </p:cNvPr>
          <p:cNvSpPr/>
          <p:nvPr/>
        </p:nvSpPr>
        <p:spPr>
          <a:xfrm>
            <a:off x="4091459" y="1997676"/>
            <a:ext cx="755135" cy="56291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A284D1-362B-9B12-CA05-04AD0B4C6738}"/>
              </a:ext>
            </a:extLst>
          </p:cNvPr>
          <p:cNvSpPr/>
          <p:nvPr/>
        </p:nvSpPr>
        <p:spPr>
          <a:xfrm>
            <a:off x="5715393" y="3484200"/>
            <a:ext cx="1304774" cy="56291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CC0049-7D87-C8BD-4F39-BCAE3A22DC33}"/>
              </a:ext>
            </a:extLst>
          </p:cNvPr>
          <p:cNvSpPr/>
          <p:nvPr/>
        </p:nvSpPr>
        <p:spPr>
          <a:xfrm>
            <a:off x="5715392" y="4046330"/>
            <a:ext cx="892545" cy="40677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2956EB-3F47-D076-F45A-807B6754016B}"/>
              </a:ext>
            </a:extLst>
          </p:cNvPr>
          <p:cNvSpPr/>
          <p:nvPr/>
        </p:nvSpPr>
        <p:spPr>
          <a:xfrm>
            <a:off x="5777850" y="4945739"/>
            <a:ext cx="892545" cy="40677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95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1D95-D277-131A-5D69-4A6693A4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ACFC-2944-9816-563C-8566EB33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Cables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EA22-2518-C8B0-B357-0B3834F78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!!! Make sure homing is set to CCW, otherwise the actuator may damage equipment on start.</a:t>
            </a:r>
          </a:p>
          <a:p>
            <a:endParaRPr lang="en-US" dirty="0"/>
          </a:p>
          <a:p>
            <a:r>
              <a:rPr lang="en-US" dirty="0"/>
              <a:t>Motor should have the output cables connected, but the 8P data connector should NOT be connected yet (8P Molex Mini-Fit JR or M12 A-Code)</a:t>
            </a:r>
          </a:p>
        </p:txBody>
      </p:sp>
    </p:spTree>
    <p:extLst>
      <p:ext uri="{BB962C8B-B14F-4D97-AF65-F5344CB8AC3E}">
        <p14:creationId xmlns:p14="http://schemas.microsoft.com/office/powerpoint/2010/main" val="2118989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CBD9-2334-3B6C-BEF4-532B0AE2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2FCF6-AC6C-4CA0-191B-71CF8115D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Motor to True 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5478C8-98DA-430C-7182-9473601ED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266" y="1869346"/>
            <a:ext cx="7483336" cy="430815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DF49367-BA7C-30DF-67B3-0A79A3E12D49}"/>
              </a:ext>
            </a:extLst>
          </p:cNvPr>
          <p:cNvSpPr/>
          <p:nvPr/>
        </p:nvSpPr>
        <p:spPr>
          <a:xfrm>
            <a:off x="2011572" y="2547314"/>
            <a:ext cx="1079921" cy="61913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F93B44-43F8-A1B3-D298-BEE4BC11722A}"/>
              </a:ext>
            </a:extLst>
          </p:cNvPr>
          <p:cNvSpPr/>
          <p:nvPr/>
        </p:nvSpPr>
        <p:spPr>
          <a:xfrm>
            <a:off x="681195" y="3427985"/>
            <a:ext cx="1079921" cy="61913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B02D6-56E8-C914-F103-A26841D97266}"/>
              </a:ext>
            </a:extLst>
          </p:cNvPr>
          <p:cNvSpPr txBox="1"/>
          <p:nvPr/>
        </p:nvSpPr>
        <p:spPr>
          <a:xfrm>
            <a:off x="8409010" y="1868481"/>
            <a:ext cx="37006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Initialize motor &amp; position to true 0.</a:t>
            </a:r>
          </a:p>
        </p:txBody>
      </p:sp>
    </p:spTree>
    <p:extLst>
      <p:ext uri="{BB962C8B-B14F-4D97-AF65-F5344CB8AC3E}">
        <p14:creationId xmlns:p14="http://schemas.microsoft.com/office/powerpoint/2010/main" val="98720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de57fa-5496-47c5-9c40-4785c6093e6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D3C64F9BB30C4D9A06B829841C3FF5" ma:contentTypeVersion="11" ma:contentTypeDescription="Create a new document." ma:contentTypeScope="" ma:versionID="913baaa96b4bfa412c1e35e3af3f59d3">
  <xsd:schema xmlns:xsd="http://www.w3.org/2001/XMLSchema" xmlns:xs="http://www.w3.org/2001/XMLSchema" xmlns:p="http://schemas.microsoft.com/office/2006/metadata/properties" xmlns:ns2="b0de57fa-5496-47c5-9c40-4785c6093e6c" targetNamespace="http://schemas.microsoft.com/office/2006/metadata/properties" ma:root="true" ma:fieldsID="9768d6aa39aa6e6d4d26e3c4ddef56f1" ns2:_="">
    <xsd:import namespace="b0de57fa-5496-47c5-9c40-4785c6093e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de57fa-5496-47c5-9c40-4785c6093e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6e64d04-3e83-4789-857e-d4f1f5e914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CF3B17-9A3B-44B5-B60B-0A5B99E6BE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4B73A2-5319-4EC6-A279-3B025FA9F86E}">
  <ds:schemaRefs>
    <ds:schemaRef ds:uri="b0de57fa-5496-47c5-9c40-4785c6093e6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5611E27-D8F5-451B-8A1B-2526AE6E5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de57fa-5496-47c5-9c40-4785c6093e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CPM Motor Configuration</vt:lpstr>
      <vt:lpstr>Tuning Overview</vt:lpstr>
      <vt:lpstr>Recommended Initial Tuning</vt:lpstr>
      <vt:lpstr>New Motor Setup</vt:lpstr>
      <vt:lpstr>Initial Tuning</vt:lpstr>
      <vt:lpstr>Initial Tuning, Set Area</vt:lpstr>
      <vt:lpstr>Set Units to Counts</vt:lpstr>
      <vt:lpstr>Set To Follow Digital Position Command Mode</vt:lpstr>
      <vt:lpstr>Tune the position range setup</vt:lpstr>
      <vt:lpstr>Set the tracking error limit</vt:lpstr>
      <vt:lpstr>Set Homing Settings</vt:lpstr>
      <vt:lpstr>Connecting Cables</vt:lpstr>
      <vt:lpstr>Position Motor to True 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69</cp:revision>
  <dcterms:created xsi:type="dcterms:W3CDTF">2026-07-13T20:33:19Z</dcterms:created>
  <dcterms:modified xsi:type="dcterms:W3CDTF">2026-09-22T17:24:02Z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0x010100E4D3C64F9BB30C4D9A06B829841C3FF5</vt:lpwstr>
  </property>
  <property fmtid="{D5CDD505-2E9C-101B-9397-08002B2CF9AE}" pid="3" name="MediaServiceImageTags">
    <vt:lpwstr/>
  </property>
</Properties>
</file>